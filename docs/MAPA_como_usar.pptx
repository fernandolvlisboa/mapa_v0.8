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abertura: dar contexto do produto (MAPA) e do que ele entrega (Template GT preenchido, sem trabalho manual conta a conta).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o valor: o MAPA existe para eliminar o trabalho manual conta-a-conta. O que muda não é a lógica contábil — é o tempo do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 claro: são interfaces diferentes de propósito. O sócio/colaborador não deve ver menu de treino; o analista precisa de todos os controles.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importante para o colaborador. O SmartScreen é a única coisa que pode assustar; é falso positivo comum de PyInstaller.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Ponto-chave: não precisa de pasta temporária, não precisa copiar o balancete — o programa lê onde o arquivo está e nunca modifica 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a escala é o campo que exige atenção. É o único que produz erro invisível se estiver trocado.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barra é honesta (avança as etapas), e que a tela final é o que decide se pode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tela de resultado é o ponto que diferencia o MAPA de 'só automatizar o de-para': ela decide se dá para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Ponto-chave: as duas colunas explicam o ciclo. build.py compila E audita — se algo de cliente entra no .exe, o comando falha e o .exe não é considerado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referência: dá para imprimir e deixar do lado. Os cinco cobrem tudo que apareceu em bancada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 apontando os quatro caminhos para aprofundar: README, os dois planos, a bancada, e a suite de testes como prova de que o comportamento é o descrito.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0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7315200" cy="7315200"/>
          </a:xfrm>
          <a:prstGeom prst="ellipse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3200400" cy="32004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instalar e usar em uma tela só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do cliente  →  Template GT preenchido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Por que existe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trabalho manual que o MAPA elimina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cliente traz balancete num plano de contas diferente. Antes: de-para conta a conta, à mão.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De-para manual, conta a conta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ler o balancete do cliente (xls, pdf, csv, txt)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entender o plano de contas dele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 cada linha, decidir onde encaixa no plano GT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copiar valores para o template, célula a célula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torcer para o balanço fechar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Arrastar, conferir, entregar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arrasta o(s) balancete(s) para a janela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MAPA reconhece o formato e classifica as contas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preenche o Template GT com as fórmulas oficiais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diz se o balanço fecha e o que ficou para revisão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entrega o .xlsx pronto para o cliente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Dois públicos, dois canais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recebe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é a mesma engine para todo mundo. O canal muda conforme o seu papel.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532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82296" cy="384048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4231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COLABORADOR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834640"/>
            <a:ext cx="5166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MAPA.exe.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janela: arrasta balancete, confere cliente e ano, clica em Gerar.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terminal, sem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admin (roda do Desktop)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 GT preenchido em 10-60s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arquivo: MAPA.exe (~70 MB).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532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286000"/>
            <a:ext cx="82296" cy="384048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24231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(o dono do MAPA)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834640"/>
            <a:ext cx="5166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o repositório com uv.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o matcher, revisa pendências, gera o .exe.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uv sync + main.py --menu (bancada)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uv run python build.py (gera o .exe)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pytest -q (346 testes)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Python 3.13, uv, Windows para o .exe.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Instalação — colaborador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Instalação em três passos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isto que a maioria da equipe vai fazer. Não pede admin nem toca no registry.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822960" cy="822960"/>
          </a:xfrm>
          <a:prstGeom prst="ellipse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423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Baixa MAPA.exe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Releases do repositório no GitHub, ou da pasta de rede da equipe. Arquivo único, ~70 MB.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 no Desktop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em Documents\MAPA\. Nada de instalar em Program Files — o .exe é portable.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822960" cy="822960"/>
          </a:xfrm>
          <a:prstGeom prst="ellipse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Duplo-clique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349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abre. Fim. O programa cria Documents\MAPA\ para as entregas geradas.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solidFill>
            <a:srgbClr val="FFF6E5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SmartScreen pode alertar na 1ª execução (executável não assinado). Clique em "Mais informações" → "Executar assim mesmo".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Como usar — tela 1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os balancetes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os arquivos para a área tracejada. Ou clique nela para escolher no Explorer.</a:t>
            </a:r>
            <a:endParaRPr lang="en-US" sz="1500" dirty="0"/>
          </a:p>
        </p:txBody>
      </p:sp>
      <p:pic>
        <p:nvPicPr>
          <p:cNvPr id="8" name="Image 0" descr="/tmp/mapa-shots/tela_1_vaz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685800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28600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2286000"/>
            <a:ext cx="82296" cy="411480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28432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Aceita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28432" y="283464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xlsx, xls (Excel)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csv, txt (delimitado)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(nativo, com texto)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exercícios por vez — o Template GT tem cinco colunas de ano.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arrastar a pasta inteira: o MAPA pega os arquivos legíveis de dentro.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Como usar — tela 1 de 3 (continuação)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Conferir cliente, exercício e escala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adivinha o ano e o cliente pelo nome do arquivo. Você só corrige o que estiver errado.</a:t>
            </a:r>
            <a:endParaRPr lang="en-US" sz="1500" dirty="0"/>
          </a:p>
        </p:txBody>
      </p:sp>
      <p:pic>
        <p:nvPicPr>
          <p:cNvPr id="8" name="Image 0" descr="/tmp/mapa-shots/tela_2_com_arquiv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685800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228600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2286000"/>
            <a:ext cx="82296" cy="192024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28432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Palpite automático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28432" y="2834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e cliente vêm preenchidos a partir do nome do arquivo. Formatos cobertos: 072022, 122024, dez 25, Dez24, 3T25.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4297680"/>
            <a:ext cx="82296" cy="2103120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28432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é o único campo crítico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028432" y="4846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reais (padrão): MAPA divide por 1000 antes de preencher.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em milhares: entra como está.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aqui gera entrega 1000× errada — confira sempre.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Como usar — telas 2 e 3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Processando e resultado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10 a 60 segundos, dependendo do tamanho. A janela nunca congela.</a:t>
            </a:r>
            <a:endParaRPr lang="en-US" sz="1500" dirty="0"/>
          </a:p>
        </p:txBody>
      </p:sp>
      <p:pic>
        <p:nvPicPr>
          <p:cNvPr id="8" name="Image 0" descr="/tmp/mapa-shots/tela_3_processa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5394960" cy="3931920"/>
          </a:xfrm>
          <a:prstGeom prst="rect">
            <a:avLst/>
          </a:prstGeom>
        </p:spPr>
      </p:pic>
      <p:pic>
        <p:nvPicPr>
          <p:cNvPr id="9" name="Image 1" descr="/tmp/mapa-shots/tela_4_result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5394960" cy="393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263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Processando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6263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Resultado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pergunta que a tela de resultado responde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Posso mandar isto para o cliente?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números e uma lista. Verde só quando não há nenhum aviso.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96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Contas lidas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linhas o parser reconheceu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73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Identificadas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matcher casou com o Plano Referencial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revisar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4096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match confiável — vão na aba própria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28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Aproveitamento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4873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 / lidas — deve subir com o uso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05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fecha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5650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= Passivo + PL. Vermelho = não entregar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Instalação — analista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Rodando da fonte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cuida do MAPA: treinar, revisar, gerar novo .exe.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40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82296" cy="384048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vez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78892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Python 3.13 e uv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src.bp.\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generators.plano_referencial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smoke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440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286000"/>
            <a:ext cx="82296" cy="384048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a dia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78892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abrir a janela (a mesma do .exe)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main.py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treinar / revisar (bancada)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main.py --menu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gerar o executável (Windows)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--extra packaging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build.py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 algo der errado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19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Plano de Contas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Ajuda rápida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pontos que aparecem em 95% dos chamados.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317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janela não abre e diz erro de tkinter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33172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Linux sem Tk. `sudo apt install python3-tk`. Windows/mac já vem.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SmartScreen bloqueou o MAPA.exe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11810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"Mais informações" → "Executar assim mesmo". Sem admin, sem instalar.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044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consigo arrastar — o cursor recusa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90448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versão de Windows sem tkdnd. Use o botão "Clique para escolher" — funciona igual.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45152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69087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não fechou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469087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aba "Contas Não Identificadas" e a escala (reais × milhares).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31536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4772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rate baixo (&lt; 60%)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547725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mais treino: analista roda passo 3 (treinar) e passo 4 (revisar).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0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828800"/>
            <a:ext cx="5486400" cy="5486400"/>
          </a:xfrm>
          <a:prstGeom prst="ellipse">
            <a:avLst/>
          </a:prstGeom>
          <a:solidFill>
            <a:srgbClr val="4F2D7F"/>
          </a:solidFill>
          <a:ln w="12700">
            <a:solidFill>
              <a:srgbClr val="4F2D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ir a partir daqui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rápido, requisitos, comandos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PLANO_J_INTERFACE.md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429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janela é do jeito que 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PLANO_K_EMPACOTAMENTO.md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.exe é construído e auditado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--menu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800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do analista (treinar, revisar)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486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5486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 testes cobrindo tudo isto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v0.8 · Fernando Vasconcellos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Fernando Vasconcellos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- Mapeamento de Plano de Contas</dc:title>
  <dc:subject>Como instalar e usar</dc:subject>
  <dc:creator>MAPA</dc:creator>
  <cp:lastModifiedBy>MAPA</cp:lastModifiedBy>
  <cp:revision>1</cp:revision>
  <dcterms:created xsi:type="dcterms:W3CDTF">2026-09-01T02:35:31Z</dcterms:created>
  <dcterms:modified xsi:type="dcterms:W3CDTF">2026-09-01T02:35:31Z</dcterms:modified>
</cp:coreProperties>
</file>